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3152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Terminbuchungsplattform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Arztpraxen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Fallstudie · Methoden der Wirtschaftsinformatik · 3. Semester · Oktober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46227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 · Lennart · Thilo · Helen · Luca (Scrum Master) · Niharini (KI-Manager)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Problem: Wie Terminbuchung heute aussieht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70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Telefonischer Aufwand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Praxismitarbeiter verbringen Stunden mit Terminanrufen – für beide Seiten ineffizient.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9472" y="1170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Wartezeiten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19472" y="153619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 erreichen die Praxis oft nicht oder müssen in Warteschleifen ausharren.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9992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Vergessene Termine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336499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automatische Erinnerung entstehen Leerlaufzeiten und No-Shows.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9992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Manuelle Änderungen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9472" y="336499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Verschiebungen &amp; Absagen werden mühsam per Hand eingetragen – fehleranfällig.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wir zum Thema gekommen sind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Weg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Erfahrungen mit langen Wartezeiten und verpassten Terminen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Kickoff-Meeting am 01.09.2026 – Brainstorming von 10 Kernprozessen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Fokus: Wo kann Software echten Alltags-Mehrwert schaffen?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 für die Arztpraxis als Anwendungsdomäne mit hohem Digitalisierungsbedarf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Team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261872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EAF2FB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9472" y="1307592"/>
            <a:ext cx="16367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766560" y="1261872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EAF2FB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9712" y="1307592"/>
            <a:ext cx="16367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Lennart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BPMN-Modellierung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176272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EAF2FB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2221992"/>
            <a:ext cx="16367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&amp; Use Cases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2176272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EAF2FB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9712" y="2221992"/>
            <a:ext cx="16367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Klassendiagramm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090672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EAF2FB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3136392"/>
            <a:ext cx="16367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3090672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EAF2FB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3136392"/>
            <a:ext cx="16367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Niharini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KI-Manager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Lösung: Die Digitale Terminbuchungsplattform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Patienten können: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4023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suchen, buchen, verschieben &amp; absagen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Erinnerungen empfangen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einchecken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Rezepte &amp; Überweisungen digital verwalten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Apotheken suchen &amp; Medikamente reservieren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Videosprechstunde nutzen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868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die Praxis kann: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1207008"/>
            <a:ext cx="4023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Sprechzeiten &amp; Verfügbarkeiten verwalten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einsehen und organisieren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Patienteninformationen pflegen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Patienten digital freischalten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Notfälle priorisieren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Post-Termin Nachbereitung durchführen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27432" cy="36576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397764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4023360"/>
            <a:ext cx="8266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Das System übernimmt Terminverfügbarkeit · Erinnerungen · Benachrichtigungen · Stornierungen automatisch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 &amp; Zielkunden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Arztpraxen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463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~93.000 niedergelassene Ärzte in Deutschland (KBV 2023). Zunehmender Digitalisierungsdruck durch ePA &amp; Telematikinfrastruktur.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9472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Patienten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19472" y="1463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73 Mio. gesetzlich Versicherte in Deutschland – wachsende Erwartung an digitale Services.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Markttrend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33832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E-Health-Markt Deutschland: &gt;6 Mrd. € (2023). Terminbuchung online wächst jährlich &gt;20%.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8803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Unser Fokus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9472" y="33832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&amp; mittlere Praxen ohne eigene IT-Abteilung – hoher Automatisierungsbedarf, einfache Integration.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Geschäftsmodell &amp; Wertschöpfungspotenziale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Geschäftsmodell (SaaS)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Monatliche Lizenz für Arztpraxen (SaaS)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Kostenlose App für Patienten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Premium-Funktionen: Videosprechstunde, Analytics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Partnermodell: Apotheken-Integration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868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Wertschöpfung für alle Beteiligten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261872"/>
            <a:ext cx="1298448" cy="1828800"/>
          </a:xfrm>
          <a:prstGeom prst="roundRect">
            <a:avLst>
              <a:gd name="adj" fmla="val 7042"/>
            </a:avLst>
          </a:prstGeom>
          <a:solidFill>
            <a:srgbClr val="EAF2FB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1307592"/>
            <a:ext cx="11521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👤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Wartezeit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Dokumente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Transparenz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53328" y="1261872"/>
            <a:ext cx="1298448" cy="1828800"/>
          </a:xfrm>
          <a:prstGeom prst="roundRect">
            <a:avLst>
              <a:gd name="adj" fmla="val 7042"/>
            </a:avLst>
          </a:prstGeom>
          <a:solidFill>
            <a:srgbClr val="E8F8F5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307592"/>
            <a:ext cx="11521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 🏥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weniger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Telefonanrufe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No-Shows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43216" y="1261872"/>
            <a:ext cx="1298448" cy="1828800"/>
          </a:xfrm>
          <a:prstGeom prst="roundRect">
            <a:avLst>
              <a:gd name="adj" fmla="val 7042"/>
            </a:avLst>
          </a:prstGeom>
          <a:solidFill>
            <a:srgbClr val="FEF9E7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16368" y="1307592"/>
            <a:ext cx="11521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🤖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Automatisierung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Papierlos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Echtzeit-Daten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62272" y="914400"/>
            <a:ext cx="27432" cy="310896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154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Automatisierungspotenziale: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493008"/>
            <a:ext cx="1572768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38728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Terminverfügbarkeit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84832" y="3493008"/>
            <a:ext cx="1572768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7984" y="3538728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Erinnerungen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Bestätigungen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03904" y="3493008"/>
            <a:ext cx="1572768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77056" y="3538728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Absage &amp; Slot-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22976" y="3493008"/>
            <a:ext cx="1572768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96128" y="3538728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Rezept-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digitalisierung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42048" y="3493008"/>
            <a:ext cx="1572768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3538728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Überweisungs-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vermittlung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Abgrenzung: Was uns besonders macht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237744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96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841248"/>
            <a:ext cx="141732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89611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Doctolib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841248"/>
            <a:ext cx="141732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069080" y="89611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ClickDoc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40680" y="841248"/>
            <a:ext cx="141732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89611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841248"/>
            <a:ext cx="1737360" cy="384048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8961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Plattform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1225296"/>
            <a:ext cx="237744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710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Online-Terminbuchung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06040" y="1225296"/>
            <a:ext cx="141732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27101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1225296"/>
            <a:ext cx="141732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127101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40680" y="1225296"/>
            <a:ext cx="141732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27101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0" y="1225296"/>
            <a:ext cx="1737360" cy="384048"/>
          </a:xfrm>
          <a:prstGeom prst="rect">
            <a:avLst/>
          </a:prstGeom>
          <a:solidFill>
            <a:srgbClr val="EAF6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2710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8600" y="1609344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6550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verschieben/absagen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06040" y="1609344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165506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023360" y="1609344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165506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40680" y="1609344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165506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0" y="1609344"/>
            <a:ext cx="1737360" cy="384048"/>
          </a:xfrm>
          <a:prstGeom prst="rect">
            <a:avLst/>
          </a:prstGeom>
          <a:solidFill>
            <a:srgbClr val="EAF6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16550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28600" y="1993392"/>
            <a:ext cx="237744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0391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Videosprechstunde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606040" y="1993392"/>
            <a:ext cx="141732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0" y="203911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023360" y="1993392"/>
            <a:ext cx="141732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69080" y="203911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40680" y="1993392"/>
            <a:ext cx="141732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203911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58000" y="1993392"/>
            <a:ext cx="1737360" cy="384048"/>
          </a:xfrm>
          <a:prstGeom prst="rect">
            <a:avLst/>
          </a:prstGeom>
          <a:solidFill>
            <a:srgbClr val="EAF6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20391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28600" y="2377440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4231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Überweisungsvermittlung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606040" y="2377440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51760" y="24231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023360" y="2377440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69080" y="24231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440680" y="2377440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0" y="24231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858000" y="2377440"/>
            <a:ext cx="1737360" cy="384048"/>
          </a:xfrm>
          <a:prstGeom prst="rect">
            <a:avLst/>
          </a:prstGeom>
          <a:solidFill>
            <a:srgbClr val="EAF6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03720" y="24231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28600" y="2761488"/>
            <a:ext cx="237744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28072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Apotheken-Integration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606040" y="2761488"/>
            <a:ext cx="141732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51760" y="280720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023360" y="2761488"/>
            <a:ext cx="141732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69080" y="280720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440680" y="2761488"/>
            <a:ext cx="141732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0" y="280720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858000" y="2761488"/>
            <a:ext cx="1737360" cy="384048"/>
          </a:xfrm>
          <a:prstGeom prst="rect">
            <a:avLst/>
          </a:prstGeom>
          <a:solidFill>
            <a:srgbClr val="EAF6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03720" y="28072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228600" y="3145536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31912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Post-Termin Nachbereitung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606040" y="3145536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51760" y="319125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023360" y="3145536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69080" y="319125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440680" y="3145536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0" y="319125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858000" y="3145536"/>
            <a:ext cx="1737360" cy="384048"/>
          </a:xfrm>
          <a:prstGeom prst="rect">
            <a:avLst/>
          </a:prstGeom>
          <a:solidFill>
            <a:srgbClr val="EAF6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03720" y="31912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228600" y="3529584"/>
            <a:ext cx="237744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357530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Notfallpatient-Priorisierung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2606040" y="3529584"/>
            <a:ext cx="141732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651760" y="357530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4023360" y="3529584"/>
            <a:ext cx="141732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069080" y="357530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5440680" y="3529584"/>
            <a:ext cx="141732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86400" y="357530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6858000" y="3529584"/>
            <a:ext cx="1737360" cy="384048"/>
          </a:xfrm>
          <a:prstGeom prst="rect">
            <a:avLst/>
          </a:prstGeom>
          <a:solidFill>
            <a:srgbClr val="EAF6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03720" y="35753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228600" y="3913632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" y="39593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DSGVO / Fokus D-A-CH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606040" y="3913632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651760" y="395935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4023360" y="3913632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069080" y="395935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5440680" y="3913632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486400" y="395935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6858000" y="3913632"/>
            <a:ext cx="1737360" cy="384048"/>
          </a:xfrm>
          <a:prstGeom prst="rect">
            <a:avLst/>
          </a:prstGeom>
          <a:solidFill>
            <a:srgbClr val="EAF6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903720" y="39593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Stories: Wer nutzt die Plattform – und wie?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|  Termin buchen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16736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Patient moechte ich online einen freien Termin finden und buchen, ohne anzurufen.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3317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Hausarzt  |  Ueberweisen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642616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Hausarzt moechte ich Patienten digital ueberweisen und einen Facharzttermin direkt vermitteln lassen.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56616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657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Arzt  |  Post-Termin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968496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Arzt moechte ich Diagnose, Rezept und Folgetermin digital dokumentieren und dem Patienten zusenden.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0058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|  Apotheke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316736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Patient moechte ich nach meinem Termin eine Apotheke mit Medikamentenvorrat finden und reservieren.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24028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3317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|  Registrierung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642616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Patient moechte ich mich einmalig online anmelden und von der Praxis freischalten lassen.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Systemanalyse: 10 modellierte Geschäftsprozesse (BPMN 2.0)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4241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Termin suchen &amp; buchen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9472" y="104241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Termin absagen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4708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Terminbenachrichtigung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71907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84708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Termin verschieben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523744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517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Patient überweisen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523744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26517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Check-In beim Arzt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28416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45643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Notfallpatient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328416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45643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Apotheke suchen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13308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26110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Post-Termin (Arztsicht)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413308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426110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Patientenregistrierung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Kollaborationsdiagramme · Pools &amp; Lanes · Datenobjekte · Datenspeicher · BPMN.io / Camunda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Systemanalyse: OO-Modellierung (UML)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3977640"/>
          </a:xfrm>
          <a:prstGeom prst="roundRect">
            <a:avLst>
              <a:gd name="adj" fmla="val 3333"/>
            </a:avLst>
          </a:prstGeom>
          <a:solidFill>
            <a:srgbClr val="EAF2FB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875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Use-Case-Diagramm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Use Cases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Akteure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Patient-Journey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Mitwirkung · include · extend · Vererbung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3977640"/>
          </a:xfrm>
          <a:prstGeom prst="roundRect">
            <a:avLst>
              <a:gd name="adj" fmla="val 3333"/>
            </a:avLst>
          </a:prstGeom>
          <a:solidFill>
            <a:srgbClr val="EAF2FB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2743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9875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Klassendiagramm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Klassen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Steuerungsklasse + Repositories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Vererbung + 20 Assoziationen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Konsistent zu Sequenzdiagrammen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914400"/>
            <a:ext cx="2743200" cy="3977640"/>
          </a:xfrm>
          <a:prstGeom prst="roundRect">
            <a:avLst>
              <a:gd name="adj" fmla="val 3333"/>
            </a:avLst>
          </a:prstGeom>
          <a:solidFill>
            <a:srgbClr val="EAF2FB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914400"/>
            <a:ext cx="2743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9875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Sequenzdiagramme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buchen · Überweisen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Post-Termin · Apotheke · Registrierung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alt/opt/par/loop · Aktivierungsbalken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Hierarch. Nachrichten-Nummerierung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Werkzeuge: Visual Paradigm (VP-Server) · draw.io · Camunda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&amp; Ausblick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erreicht haben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BPMN-Kollaborationsdiagramme modelliert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 UML-Modellierung (Use Case, Klassendiagramm, 5 Sequenzdiagramme)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Diagramme syntaxkonform und konsistent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Automatisierungspotenziale identifiziert und dokumentiert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868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1207008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Prototyp-Entwicklung auf Basis der Analyse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mit Praxisverwaltungssystemen (z.B. TurboMed)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Erweiterung: KI-gestützte Terminoptimierung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Pilotprojekt mit einer echten Arztpraxis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27432" cy="310896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4015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gelernt haben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730752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Methoden-gestützte Systemanalyse schafft Klarheit und verhindert Missverständnisse im Team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und UML sind ideale Werkzeuge, um Anforderungen präzise und nachvollziehbar zu dokumentieren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 für Ihre Aufmerksamkeit!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&amp; Diskussion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Terminbuchungsplattform für Arztpraxen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 · Lennart · Thilo · Helen · Luca · Niharini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6118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BPMN: 10 Kollaborationsdiagramme (Camunda)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95935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UML: Use Case · Klassendiagramm · 5 Sequenzdiagramme (Visual Paradigm)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430682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Projektdokumentation: Projekt-&lt;KURS&gt;-&lt;GRUPPE&gt;.pdf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2026-10-23T07:54:22Z</dcterms:created>
  <dcterms:modified xsi:type="dcterms:W3CDTF">2026-10-23T07:54:22Z</dcterms:modified>
</cp:coreProperties>
</file>